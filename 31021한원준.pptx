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15577-3100-4BA6-AE60-23F31F3E2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015ECB-FDF0-4F3B-B380-08F341009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CBF42-7964-411E-A89E-0FA504DE9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B970-7578-434E-A3EB-F293F10D6CCD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5C0207-AF0B-46CF-BBA3-5B7F8A09A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CB20D-A1E5-4EE7-9562-870AAB033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99E3-B5EB-4AC7-94C0-3F84D2EE7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08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EB352-A8E6-4ABB-A214-5264E9F2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791CA-5CC7-450C-A3FD-5A47BB28F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054063-73F1-4554-8327-20EBC286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B970-7578-434E-A3EB-F293F10D6CCD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B5726A-D36D-4683-9E87-99E05A8E2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41EAC-E444-4440-A352-265CF9C73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99E3-B5EB-4AC7-94C0-3F84D2EE7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279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AFDCD-1B45-41BF-B4EB-D82DCB8D9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9E3A02-2F59-4EED-A5FC-7C6AB0767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2256A4-BE4C-417D-A030-8A84E9DDF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B970-7578-434E-A3EB-F293F10D6CCD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F5FED3-352F-4B90-8699-81F7EEED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37CB69-9D79-43DB-AF64-D0D96D7E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99E3-B5EB-4AC7-94C0-3F84D2EE7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55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0E52C-B532-4EF7-840E-80B258D8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443FA4-4324-4EF5-AB97-C9E2A7BB6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D302BA-E273-49C1-AFEA-EEB05B880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4C68A9-2E66-4BB2-B7A1-F7A9919DE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B970-7578-434E-A3EB-F293F10D6CCD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3E09FE-D567-442A-957F-30937A223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BC8B4B-370E-43ED-8F1F-F7F4731C8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99E3-B5EB-4AC7-94C0-3F84D2EE7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913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880F2-1546-453D-ADCE-DA10C4A0E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85767B-AD86-47C3-A62D-A8BD226DE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34F39D-0E7F-47C0-A263-2F963266F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188833-7A21-433E-B271-E20363167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D45D62-1076-415C-9860-6A00C455D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9D3014-BB24-4D96-BEBA-5178EB67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B970-7578-434E-A3EB-F293F10D6CCD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2378D40-384B-45E7-AC12-57A9DE4F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D6BEBE-3F44-4EE0-A50A-477EBB65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99E3-B5EB-4AC7-94C0-3F84D2EE7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610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EDAF4C-4E57-42AC-A71E-3FB1D5BFE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04EA39-13E0-4389-B584-C68EDBEF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B970-7578-434E-A3EB-F293F10D6CCD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4200BD-5D86-47F5-883F-7CFC6EFB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040532-BB47-4062-8C78-755B3B5BC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99E3-B5EB-4AC7-94C0-3F84D2EE7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61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A330E1-CB6E-4672-AD85-91DA0DE9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B970-7578-434E-A3EB-F293F10D6CCD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4E46B1-E61A-400E-B9DE-462D19032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337632-2E89-4633-AFC6-1EB5977CC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99E3-B5EB-4AC7-94C0-3F84D2EE7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965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C65E-A9B4-4950-9E47-B086520C9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86B1E2-F48E-4FEB-A18C-CB673C70E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438247-4BE4-486C-BDCE-667BAC8C1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5DF53B-0913-4E6D-A3EA-A9F9DA341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B970-7578-434E-A3EB-F293F10D6CCD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15EB83-9644-4BB9-8B34-A3A137F4A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499A9B-3D72-4BA7-9544-89CD0F52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99E3-B5EB-4AC7-94C0-3F84D2EE7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91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30A98-F2BF-4C0E-8AAD-958567264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0B95DF3-B51F-4E77-BA55-038C3AFDA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7C2619-A788-47F9-8048-309DEFF9E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73A0FD-F582-43A7-AC69-22F853ADA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B970-7578-434E-A3EB-F293F10D6CCD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68CD57-0629-4DC5-BB13-CF53D8A2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6407D5-7082-4213-B673-50CC62A2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99E3-B5EB-4AC7-94C0-3F84D2EE7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484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CEF7C-5512-4E0D-A4A4-C39680A54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D4213A-C8D5-4EB2-8039-A9F22693B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CCBFDF-73A5-4672-826A-E8631BC44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B970-7578-434E-A3EB-F293F10D6CCD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7635DD-D87D-4569-83F6-522266A4E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B94A81-A15F-4522-A9CD-D465B83D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99E3-B5EB-4AC7-94C0-3F84D2EE7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959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B870AA-8E8B-4018-B54A-51D854EA9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EB565A-91A8-428F-8EAB-81C4CAF2F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306DCF-029C-4F4B-9CA5-A8CCEE7DB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B970-7578-434E-A3EB-F293F10D6CCD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190670-28B5-4842-AA93-B4D6D642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7B3AE1-5DA7-4933-86CE-B916B9F7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99E3-B5EB-4AC7-94C0-3F84D2EE7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6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E49EF6-6671-448D-9D8D-90F6E488F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4599A9-9313-41DB-B2F1-330CAEAFA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461548-1605-4F53-8B30-5FB2C9E88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4B970-7578-434E-A3EB-F293F10D6CCD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08EE17-A935-449B-B52B-99BA84870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9B5C5F-C4A4-4AC8-B6C3-79C70AEB1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F99E3-B5EB-4AC7-94C0-3F84D2EE7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71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6BB4F-C9EA-473D-93FF-1C14B32806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31021</a:t>
            </a:r>
            <a:r>
              <a:rPr lang="ko-KR" altLang="en-US" dirty="0" err="1"/>
              <a:t>한원준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14731A-27C7-4311-A897-7C76FBA332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86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D6DC8-55A2-4D10-A625-8CB4D2A5A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내가 꿈꾸는 직업은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C76805-E770-4944-A04D-4A10953CB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게임개발자</a:t>
            </a:r>
          </a:p>
        </p:txBody>
      </p:sp>
    </p:spTree>
    <p:extLst>
      <p:ext uri="{BB962C8B-B14F-4D97-AF65-F5344CB8AC3E}">
        <p14:creationId xmlns:p14="http://schemas.microsoft.com/office/powerpoint/2010/main" val="310295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18D303-32E3-4185-9154-079E703F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직업을 </a:t>
            </a:r>
            <a:r>
              <a:rPr lang="ko-KR" altLang="en-US" dirty="0" err="1"/>
              <a:t>가지게되면</a:t>
            </a:r>
            <a:r>
              <a:rPr lang="ko-KR" altLang="en-US" dirty="0"/>
              <a:t> 무엇을 할 수 있는지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무엇을 하고 </a:t>
            </a:r>
            <a:r>
              <a:rPr lang="ko-KR" altLang="en-US" dirty="0" err="1"/>
              <a:t>싶은지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571BD9-7E8E-4954-82D9-2341CF171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회사에 들어가면 팀원들과 게임을 만들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사람들이 </a:t>
            </a:r>
            <a:r>
              <a:rPr lang="ko-KR" altLang="en-US" dirty="0" err="1"/>
              <a:t>재밌게</a:t>
            </a:r>
            <a:r>
              <a:rPr lang="ko-KR" altLang="en-US" dirty="0"/>
              <a:t> 할 수 있는 게임을 만들 것이다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2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6315C5-C009-41A1-9770-136F3B7E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직업에 대한 미래 전망은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51D002-6C5F-4A8B-9033-8F8E2BB74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 개발자는 더욱 발전할 것 같다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게임 개발에서 인공 지능을 이용하면 적절한 </a:t>
            </a:r>
            <a:r>
              <a:rPr lang="en-US" altLang="ko-KR" dirty="0"/>
              <a:t>AI </a:t>
            </a:r>
            <a:r>
              <a:rPr lang="ko-KR" altLang="en-US" dirty="0"/>
              <a:t>캐릭터와 적을 만들고</a:t>
            </a:r>
            <a:r>
              <a:rPr lang="en-US" altLang="ko-KR" dirty="0"/>
              <a:t>, </a:t>
            </a:r>
            <a:r>
              <a:rPr lang="ko-KR" altLang="en-US" dirty="0"/>
              <a:t>게임의 난이도를 자동으로 조절하고</a:t>
            </a:r>
            <a:r>
              <a:rPr lang="en-US" altLang="ko-KR" dirty="0"/>
              <a:t>, </a:t>
            </a:r>
            <a:r>
              <a:rPr lang="ko-KR" altLang="en-US" dirty="0"/>
              <a:t>게임의 유저 인터페이스를 개선하는 등 다양한 기능을 구현할 수 있습니다</a:t>
            </a:r>
            <a:r>
              <a:rPr lang="en-US" altLang="ko-KR" dirty="0"/>
              <a:t>. </a:t>
            </a:r>
            <a:r>
              <a:rPr lang="ko-KR" altLang="en-US" dirty="0"/>
              <a:t>이를 통해 게임의 품질과 사용자 경험을 높일 수 있습니다</a:t>
            </a:r>
            <a:r>
              <a:rPr lang="en-US" altLang="ko-KR" dirty="0"/>
              <a:t>.</a:t>
            </a:r>
          </a:p>
          <a:p>
            <a:r>
              <a:rPr lang="ko-KR" altLang="en-US"/>
              <a:t>출처 </a:t>
            </a:r>
            <a:r>
              <a:rPr lang="en-US" altLang="ko-KR"/>
              <a:t>(</a:t>
            </a:r>
            <a:r>
              <a:rPr lang="en-US" altLang="ko-KR" dirty="0"/>
              <a:t>https://kilius.tistory.com/entry/%EA%B2%8C%EC%9E%84-%EA%B0%9C%EB%B0%9C%EC%9E%90%EC%9D%98-%EB%AF%B8%EB%9E%98)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690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8FF9F-5EF0-428D-8313-8DE05C94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직업을 위해 갖춰야 할 필요한 지식</a:t>
            </a:r>
            <a:r>
              <a:rPr lang="en-US" altLang="ko-KR" dirty="0"/>
              <a:t>, </a:t>
            </a:r>
            <a:r>
              <a:rPr lang="ko-KR" altLang="en-US" dirty="0"/>
              <a:t>소양</a:t>
            </a:r>
            <a:r>
              <a:rPr lang="en-US" altLang="ko-KR" dirty="0"/>
              <a:t>, </a:t>
            </a:r>
            <a:r>
              <a:rPr lang="ko-KR" altLang="en-US" dirty="0"/>
              <a:t>역량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5A7CC3-030E-4F8C-AFD8-924E426B5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지식 </a:t>
            </a:r>
            <a:r>
              <a:rPr lang="en-US" altLang="ko-KR" dirty="0"/>
              <a:t>-&gt; </a:t>
            </a:r>
            <a:r>
              <a:rPr lang="ko-KR" altLang="en-US" dirty="0"/>
              <a:t>유니티와 </a:t>
            </a:r>
            <a:r>
              <a:rPr lang="en-US" altLang="ko-KR" dirty="0" err="1"/>
              <a:t>c#</a:t>
            </a:r>
            <a:r>
              <a:rPr lang="ko-KR" altLang="en-US" dirty="0"/>
              <a:t> </a:t>
            </a:r>
            <a:r>
              <a:rPr lang="ko-KR" altLang="en-US" dirty="0" err="1"/>
              <a:t>언리얼</a:t>
            </a:r>
            <a:r>
              <a:rPr lang="en-US" altLang="ko-KR" dirty="0"/>
              <a:t>, </a:t>
            </a:r>
            <a:r>
              <a:rPr lang="en-US" altLang="ko-KR" dirty="0" err="1"/>
              <a:t>c++</a:t>
            </a:r>
            <a:endParaRPr lang="en-US" altLang="ko-KR" dirty="0"/>
          </a:p>
          <a:p>
            <a:r>
              <a:rPr lang="ko-KR" altLang="en-US" dirty="0"/>
              <a:t>소양 </a:t>
            </a:r>
            <a:r>
              <a:rPr lang="en-US" altLang="ko-KR" dirty="0"/>
              <a:t>-&gt; </a:t>
            </a:r>
            <a:r>
              <a:rPr lang="ko-KR" altLang="en-US" dirty="0"/>
              <a:t>다른 사람들과 협업 능력</a:t>
            </a:r>
            <a:endParaRPr lang="en-US" altLang="ko-KR" dirty="0"/>
          </a:p>
          <a:p>
            <a:r>
              <a:rPr lang="ko-KR" altLang="en-US" dirty="0"/>
              <a:t>역량 </a:t>
            </a:r>
            <a:r>
              <a:rPr lang="en-US" altLang="ko-KR" dirty="0"/>
              <a:t>-&gt; </a:t>
            </a:r>
            <a:r>
              <a:rPr lang="ko-KR" altLang="en-US" dirty="0"/>
              <a:t>게임 개발에 대한 기본 능력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2893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8FC8A0-F553-459A-AD3B-7BFA1B753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이러한 지식</a:t>
            </a:r>
            <a:r>
              <a:rPr lang="en-US" altLang="ko-KR" dirty="0"/>
              <a:t>, </a:t>
            </a:r>
            <a:r>
              <a:rPr lang="ko-KR" altLang="en-US" dirty="0"/>
              <a:t>소양</a:t>
            </a:r>
            <a:r>
              <a:rPr lang="en-US" altLang="ko-KR" dirty="0"/>
              <a:t>, </a:t>
            </a:r>
            <a:r>
              <a:rPr lang="ko-KR" altLang="en-US" dirty="0"/>
              <a:t>역량을 갖기 위한 디딤돌로 진학을 한다면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34BDC2-6722-4C78-B675-F0E5D4FC3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게임공학과</a:t>
            </a:r>
            <a:r>
              <a:rPr lang="en-US" altLang="ko-KR" b="1" dirty="0"/>
              <a:t>, </a:t>
            </a:r>
            <a:r>
              <a:rPr lang="ko-KR" altLang="en-US" b="1" dirty="0" err="1"/>
              <a:t>청강대</a:t>
            </a:r>
            <a:r>
              <a:rPr lang="en-US" altLang="ko-KR" b="1" dirty="0"/>
              <a:t>, </a:t>
            </a:r>
            <a:r>
              <a:rPr lang="ko-KR" altLang="en-US" b="1" dirty="0" err="1"/>
              <a:t>네오위즈</a:t>
            </a:r>
            <a:r>
              <a:rPr lang="en-US" altLang="ko-KR" b="1" dirty="0"/>
              <a:t>,</a:t>
            </a:r>
            <a:r>
              <a:rPr lang="ko-KR" altLang="en-US" b="1" dirty="0"/>
              <a:t> </a:t>
            </a:r>
            <a:r>
              <a:rPr lang="ko-KR" altLang="en-US" b="1" dirty="0" err="1"/>
              <a:t>게임프로그래머</a:t>
            </a:r>
            <a:endParaRPr lang="en-US" altLang="ko-KR" b="1" dirty="0"/>
          </a:p>
          <a:p>
            <a:r>
              <a:rPr lang="ko-KR" altLang="en-US" b="1" dirty="0"/>
              <a:t>대학 다니기</a:t>
            </a:r>
            <a:r>
              <a:rPr lang="en-US" altLang="ko-KR" b="1" dirty="0"/>
              <a:t>, </a:t>
            </a:r>
            <a:r>
              <a:rPr lang="ko-KR" altLang="en-US" b="1" dirty="0"/>
              <a:t>자격증 따기</a:t>
            </a:r>
            <a:r>
              <a:rPr lang="en-US" altLang="ko-KR" b="1" dirty="0"/>
              <a:t>, </a:t>
            </a:r>
            <a:r>
              <a:rPr lang="ko-KR" altLang="en-US" b="1" dirty="0"/>
              <a:t>회사 다니기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468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321C-D402-4FD9-9186-E69880D72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직업을 갖기 위해 지금은 어떤 노력을 하고 있나요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7EBFF6-22FB-4D69-B5F0-B0DD51857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유니티 관련 책 및 강의를 듣고</a:t>
            </a:r>
            <a:r>
              <a:rPr lang="en-US" altLang="ko-KR" dirty="0"/>
              <a:t>, </a:t>
            </a:r>
            <a:r>
              <a:rPr lang="ko-KR" altLang="en-US" dirty="0"/>
              <a:t>유니티에 필요한 </a:t>
            </a:r>
            <a:r>
              <a:rPr lang="en-US" altLang="ko-KR" dirty="0" err="1"/>
              <a:t>c#</a:t>
            </a:r>
            <a:r>
              <a:rPr lang="en-US" altLang="ko-KR" dirty="0"/>
              <a:t> </a:t>
            </a:r>
            <a:r>
              <a:rPr lang="ko-KR" altLang="en-US" dirty="0"/>
              <a:t>언어에 대한 공부도 하고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4325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E1F7C-767B-4A28-BE5A-6E3FB851D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정보보안이 접목된 나의 직업의 미래는 어떤 모습일까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321DD1-B070-4E5A-BD66-8C1A4BEB5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 보안을 할 것 같다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게임 보안의 하는 일 </a:t>
            </a:r>
            <a:r>
              <a:rPr lang="en-US" altLang="ko-KR" dirty="0"/>
              <a:t>: </a:t>
            </a:r>
            <a:r>
              <a:rPr lang="ko-KR" altLang="en-US" dirty="0"/>
              <a:t>서비스하고 있는 게임의 클라이언트 보안의 전반을 담당하는 곳</a:t>
            </a:r>
            <a:endParaRPr lang="en-US" altLang="ko-KR" dirty="0"/>
          </a:p>
          <a:p>
            <a:r>
              <a:rPr lang="ko-KR" altLang="en-US" dirty="0"/>
              <a:t>출처</a:t>
            </a:r>
            <a:r>
              <a:rPr lang="en-US" altLang="ko-KR" dirty="0"/>
              <a:t>(https://m.boannews.com/html/detail.html?idx=108258)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8368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287</Words>
  <Application>Microsoft Office PowerPoint</Application>
  <PresentationFormat>와이드스크린</PresentationFormat>
  <Paragraphs>23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31021한원준</vt:lpstr>
      <vt:lpstr>1. 내가 꿈꾸는 직업은?</vt:lpstr>
      <vt:lpstr>2. 직업을 가지게되면 무엇을 할 수 있는지? 무엇을 하고 싶은지?</vt:lpstr>
      <vt:lpstr>3. 직업에 대한 미래 전망은?</vt:lpstr>
      <vt:lpstr>4. 직업을 위해 갖춰야 할 필요한 지식, 소양, 역량?</vt:lpstr>
      <vt:lpstr>5. 이러한 지식, 소양, 역량을 갖기 위한 디딤돌로 진학을 한다면?</vt:lpstr>
      <vt:lpstr>6. 직업을 갖기 위해 지금은 어떤 노력을 하고 있나요?</vt:lpstr>
      <vt:lpstr>7. 정보보안이 접목된 나의 직업의 미래는 어떤 모습일까?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31021한원준</dc:title>
  <dc:creator>NT550EBE</dc:creator>
  <cp:lastModifiedBy>NT550EBE</cp:lastModifiedBy>
  <cp:revision>2</cp:revision>
  <dcterms:created xsi:type="dcterms:W3CDTF">2025-03-06T02:30:43Z</dcterms:created>
  <dcterms:modified xsi:type="dcterms:W3CDTF">2025-03-06T02:38:46Z</dcterms:modified>
</cp:coreProperties>
</file>